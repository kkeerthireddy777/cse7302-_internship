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6" r:id="rId2"/>
    <p:sldId id="270" r:id="rId3"/>
    <p:sldId id="277" r:id="rId4"/>
    <p:sldId id="278" r:id="rId5"/>
    <p:sldId id="279" r:id="rId6"/>
    <p:sldId id="280" r:id="rId7"/>
    <p:sldId id="281" r:id="rId8"/>
    <p:sldId id="282" r:id="rId9"/>
    <p:sldId id="265" r:id="rId10"/>
    <p:sldId id="271" r:id="rId11"/>
    <p:sldId id="272" r:id="rId12"/>
    <p:sldId id="273" r:id="rId13"/>
    <p:sldId id="274" r:id="rId14"/>
    <p:sldId id="275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4" autoAdjust="0"/>
    <p:restoredTop sz="94660"/>
  </p:normalViewPr>
  <p:slideViewPr>
    <p:cSldViewPr snapToGrid="0">
      <p:cViewPr varScale="1">
        <p:scale>
          <a:sx n="91" d="100"/>
          <a:sy n="91" d="100"/>
        </p:scale>
        <p:origin x="48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Database design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API + ReactJS 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API + ReactJS 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Database design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02/02/2026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keerthireddy777/CSE7302-_INTERNSHIP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Shreehari T M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Professor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CSE7302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Gopal Shyam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Shreehari T M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Review-2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FULL STACK DEVELOPMENT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K KEERTHI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20221ISE0046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8ISE03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9568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/ Organization Name: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 Wheel Factory (RWF)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Type: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of India Enterprise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(Under Ministry of Railways)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Yelahanka, Bengaluru, Karnataka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 Wheel Factory (RWF) is a premier manufacturing unit of Indian Railways, established to manufacture cast steel wheels and axles used in railway rolling stock across India.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412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B33D8-9E92-143E-DA46-DE735CDDB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16BEB-44AC-D759-712C-FE2B9D265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649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Functions of RWF: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railway wheels and axles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inspection and testing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of production systems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Adoption of modern manufacturing technologies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RWF plays a critical role in ensuring the safety, reliability, and efficiency of Indian Railways.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BCCAA-8C5D-46CB-E56A-2E00A3ABA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02-02-2026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72E486-0DB3-7738-8A8F-67F1F5825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6176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E3863-C589-C3E6-07B1-0B0522D7A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E0B21-D003-0AC1-C049-9BC5C9BE6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861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Environment: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industrial manufacturing setup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Strict safety and quality standards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of mechanical operations and IT systems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Exposure: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workflows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technology for monitoring and reporting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real-time production data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84A37-F45F-E67C-90DA-849F378EC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02-02-2026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95C2F-4372-D7DE-CEEA-BE985BC25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452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Domain: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DEVELOPMENT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Server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(Flask – REST API)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ReactJS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Testing: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Postman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GitHub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Relevance: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development enables end-to-end application development by integrating database, backend logic, and frontend user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708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Structure: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carried out under organizational supervision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Guidance provided by assigned mentors and supervisors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Method: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progress updates during review sessions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Responsibilities: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 design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API development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integration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documentation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8581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database relationships and joins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and duplicate data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backend connection issues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frontend with backend APIs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data consistency across layers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challenges improved technical skills, debugging ability, and system-level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1317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B65FBD3-39AE-F1CE-8A98-C8715B2115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84366"/>
            <a:ext cx="8800750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a structured relational database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REST APIs using Flask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Fetch and process data from SQL Server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 real-time data on React frontend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a scalable student portal system</a:t>
            </a:r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00D373A-8AC2-4889-86E2-5D52913C93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4308" y="923025"/>
            <a:ext cx="10369492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are: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Excel-based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centralized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duplication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access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scale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51760C8-BD83-82C6-AF95-9B9889E157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9535" y="1077533"/>
            <a:ext cx="10637939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database system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APIs handle business logic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fetches data via REST APIs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and scalable architecture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future enhancements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15D65FE-8D9C-EED3-03CD-14222D2DA7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5979" y="1102219"/>
            <a:ext cx="6046079" cy="2241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student data management is inefficient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inconsistency across departments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access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 reporting and tracking</a:t>
            </a:r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Server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+ Flask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ReactJS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(Chrome)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BC82B5E-A874-9AF7-345E-DED7B198F3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9535" y="1184366"/>
            <a:ext cx="9505425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 storage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redundancy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data retrieval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maintenance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modular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Industry-standard architecture</a:t>
            </a:r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326526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https://github.com/kkeerthireddy777/CSE7302-_INTERNSHIP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17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7015</TotalTime>
  <Words>650</Words>
  <Application>Microsoft Office PowerPoint</Application>
  <PresentationFormat>Widescreen</PresentationFormat>
  <Paragraphs>153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About Company or Organization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Keerthi K</cp:lastModifiedBy>
  <cp:revision>718</cp:revision>
  <dcterms:created xsi:type="dcterms:W3CDTF">2022-10-14T07:18:17Z</dcterms:created>
  <dcterms:modified xsi:type="dcterms:W3CDTF">2026-02-02T16:04:14Z</dcterms:modified>
</cp:coreProperties>
</file>