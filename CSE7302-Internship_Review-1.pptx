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0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Database design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02/03/2026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02-03-2026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keerthireddy777/CSE7302-_INTERNSHI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Sreehari T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Shyam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Sreehari T 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RWF Manufacturing Management Reports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785348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K KEERTHI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8ISE03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/ Organization Name: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Type: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of India Enterprise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(Under Ministry of Railways)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Yelahanka, Bengaluru, Karnataka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 (RWF) is a premier manufacturing unit of Indian Railways, established to manufacture cast steel wheels and axles used in railway rolling stock across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33D8-9E92-143E-DA46-DE735CDD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16BEB-44AC-D759-712C-FE2B9D265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649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 of RWF: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railway wheels and axles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inspection and testing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of production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modern manufacturing technologies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RWF plays a critical role in ensuring the safety, reliability, and efficiency of Indian Railways.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BCCAA-8C5D-46CB-E56A-2E00A3AB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2E486-0DB3-7738-8A8F-67F1F582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617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3863-C589-C3E6-07B1-0B0522D7A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0B21-D003-0AC1-C049-9BC5C9BE6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86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Environment: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industrial manufacturing setup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safety and quality standards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mechanical operations and IT systems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Exposure: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workflows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technology for monitoring and reporting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real-time production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84A37-F45F-E67C-90DA-849F378E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02-03-2026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95C2F-4372-D7DE-CEEA-BE985BC2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5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Server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(Flask – REST API)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ReactJS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Postman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Relevance: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enables end-to-end application development by integrating database, backend logic, and frontend user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under organizational supervision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provided by assigned mentors and supervisors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Method: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progress updates during review sessions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 development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integration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documentation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database relationships and joins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and duplicate data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backend connection issues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frontend with backend APIs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consistency across layers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improved technical skills, debugging ability, and system-level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structured relational database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REST APIs using Flask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and process data from SQL Server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data on React frontend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student portal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057424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https://github.com/kkeerthireddy777/CSE7302-_INTERNSHIP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7049</TotalTime>
  <Words>527</Words>
  <Application>Microsoft Office PowerPoint</Application>
  <PresentationFormat>Widescreen</PresentationFormat>
  <Paragraphs>107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Keerthi K</cp:lastModifiedBy>
  <cp:revision>725</cp:revision>
  <dcterms:created xsi:type="dcterms:W3CDTF">2022-10-14T07:18:17Z</dcterms:created>
  <dcterms:modified xsi:type="dcterms:W3CDTF">2026-03-01T19:27:04Z</dcterms:modified>
</cp:coreProperties>
</file>